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69" r:id="rId2"/>
    <p:sldId id="271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9A88D-81D4-DB80-D3E3-DE1D507D6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C061E-5557-75A7-2779-BE7B959CE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4A2A-797B-DCDC-B79F-7411B4A4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5E8EC-F8D0-FE79-13D2-840676CB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288FD-714A-8396-774B-F761121A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2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9B54-4E00-7ECE-F9EF-F918F5D7E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2FF6-6818-9C4E-C0EE-D23E4441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3B8CF-BA9D-A0B2-8FCD-312C2558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B570-8F5B-FB94-6DB4-C7DEBD5A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FC779-3336-6D6F-73BD-85030CEC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9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3D70-CD10-F3A2-AFF8-C26ABF71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C4114-52F5-B167-9DB7-5C7D304F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30EB-2BB7-E872-54DF-FC8287E8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70AD3-9B19-2F76-AD10-B408A564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18E7-114C-7F7E-B835-C3B93961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3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B830-7651-EADC-0BB0-9AF1C575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31297-898A-1E6F-5A27-424C2E4CF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438AB-126A-38C3-584B-F8DEE779F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49537-5C28-BCBE-BD00-05EEC7E3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F559A-B969-25BC-E299-82616A1C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62390-A2A2-8962-217E-E59BDC6F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6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F450-1E47-69E3-C05F-1C51EE56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B703-00F4-3C84-965B-8127E4160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80DD1-BCC8-F27D-2D68-421831204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CB0A2-4FC9-9EC2-E061-CA62C8DAB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EF192-DA59-B09A-DD0A-61E2F09C3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9A251-1FE5-6D5D-1F5D-5736A448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15302-61C0-6E76-87D7-7C9CE288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53DBC-0D42-EDC4-1D60-EAE97FC1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85EB-E42C-9A18-38D3-733820F7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D4830-D94B-C1DC-1B07-4C904D96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8B79-742B-EC60-B6CA-39B0DA75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28CF6-5A85-07FF-7175-4B57E166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0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73D19-9A6E-003A-01EC-C762CE50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8E773-CA27-A66F-00D8-2773EF85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211E-F7D2-D2C8-AF91-E1262DC9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4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4C0B-F699-CD4D-C0F3-9D5EB395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4DCE-C068-83FA-054F-589A60160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8B19B-AD22-FA66-E4F1-CDC7133B3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1FFFC-AAD0-EF9A-5EDB-795A54A4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DBBD-5915-7C3C-9F2E-99CCC921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D36D-B565-8F49-106E-F99404C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128E-A70B-0CCE-5159-6A0F91DF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E0E75-7B36-E8F0-0A4C-FF4A926BA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30F8E-4076-ECAC-1A6F-8E81BD91B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0BE09-9157-BE50-2471-6AAE6DB4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3AC3E-F219-FD34-0A74-805E6143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41B97-65EB-48E4-92EB-29748D7A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4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9D66-5867-4593-5474-2B6734D6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448F5-9AAB-0B2F-C5AC-2B86EEA1F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263DF-49A2-BB41-8E86-4B9A99E7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C587-ED25-A7E7-5960-2917C8EB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8693-00EC-DD83-6BD1-DF560A8E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3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14359-C7D9-AE69-1A70-B7557658D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EC0D2-E9B2-DED3-B5A9-6470D0353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F094C-6883-2577-48F7-F170E2E8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7F761-2C02-772B-62E9-CC264D0B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31932-55FA-D9ED-51DE-8DD03A73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7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F5D6E-DD15-6E44-B0E5-796CD1B6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3400E-F091-268D-69CC-8C51A44D3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D3336-031E-1F42-2340-9620A1B35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8115-0795-A2ED-FC17-213C219E5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D3FAD-E647-FDCC-E57A-72D693160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2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08B7C28-A967-27C0-D9D5-196B99F929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1" y="78658"/>
            <a:ext cx="1576847" cy="1576847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B4C08B8-F6F9-E545-1ADF-8D1464451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086" y="1655505"/>
            <a:ext cx="7826477" cy="488518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– I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Library Management System</a:t>
            </a: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Nelapati Noble Sujani 	Y22AIT486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Mullapudi Aswitha		Y22AIT477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Myla Rajeswari		Y22AIT479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Kolli Harsha 			L23AIT538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Shareen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2E86EFA-8396-AEA6-5444-C835EC87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46" y="197982"/>
            <a:ext cx="8317032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Bapatla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4791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4A52-A465-7764-DDB2-92913D85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A0A8-25AE-E176-1C71-EB5A02D7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Problem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Survey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proposed and Existed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89086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A4E55B-3D8D-752D-5469-E8CB4CD84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90689"/>
            <a:ext cx="77491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Libraries rely on outdated or partially manual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 issue, return, and fine calculation are 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processes increase errors and staff workload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systems lack flexible rule-based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 for an intelligent PEGA-based automated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678C15-7363-58B2-201F-7EDE68447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00496"/>
            <a:ext cx="732899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 library management supports academic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systems cause data inconsistency and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automation reduces service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track overdue books and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systems improve transparency and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E0536A-B4AE-EB6A-48B5-57EED43CF8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32418"/>
            <a:ext cx="704474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Studies highlight limitations of manual library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data entry leads to errors and inefficiency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systems lack scalability and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emphasizes need for digital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LMS improves accuracy and service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D93D02-40BE-7C21-AA6F-E38D2580D4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87049"/>
            <a:ext cx="63000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PEGA-based Smart Library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Case management for book issue and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Rule-based fine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Centralized book and member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workflow for library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(Cont..)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D8930B-4232-F883-C2DA-B1688FEFC5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45866"/>
            <a:ext cx="69238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for Admin, Librarian, and Member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notifications for due 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tracking of book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Configurable lending rules and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system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(Cont..)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/>
              <a:t>Reduces manual work and errors</a:t>
            </a:r>
          </a:p>
          <a:p>
            <a:r>
              <a:rPr lang="en-US" sz="3200" dirty="0"/>
              <a:t>Improves processing speed</a:t>
            </a:r>
          </a:p>
          <a:p>
            <a:r>
              <a:rPr lang="en-US" sz="3200" dirty="0"/>
              <a:t>Ensures data accuracy</a:t>
            </a:r>
          </a:p>
          <a:p>
            <a:r>
              <a:rPr lang="en-US" sz="3200" dirty="0"/>
              <a:t>Enhances user satisfaction</a:t>
            </a:r>
          </a:p>
          <a:p>
            <a:r>
              <a:rPr lang="en-US" sz="3200" dirty="0"/>
              <a:t>Easy to scale and maintain</a:t>
            </a:r>
          </a:p>
          <a:p>
            <a:pPr marL="0" indent="0" algn="just">
              <a:buNone/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Proposed and 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20EEAC-A743-5BF4-9253-6F5D5AF8B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51361"/>
            <a:ext cx="74951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system uses manual or semi-automated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Proposed system uses PEGA automation and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system is error-prone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Proposed system ensures rule-based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system lacks real-time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Proposed and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38460"/>
            <a:ext cx="7796982" cy="4686280"/>
          </a:xfrm>
        </p:spPr>
        <p:txBody>
          <a:bodyPr>
            <a:noAutofit/>
          </a:bodyPr>
          <a:lstStyle/>
          <a:p>
            <a:r>
              <a:rPr lang="en-US" sz="2400" dirty="0"/>
              <a:t>Existing system has limited reporting features</a:t>
            </a:r>
          </a:p>
          <a:p>
            <a:r>
              <a:rPr lang="en-US" sz="2400" dirty="0"/>
              <a:t>Proposed system provides dashboards and reports</a:t>
            </a:r>
          </a:p>
          <a:p>
            <a:r>
              <a:rPr lang="en-US" sz="2400" dirty="0"/>
              <a:t>Existing system is difficult to scale</a:t>
            </a:r>
          </a:p>
          <a:p>
            <a:r>
              <a:rPr lang="en-US" sz="2400" dirty="0"/>
              <a:t>Proposed system supports future expansion</a:t>
            </a:r>
          </a:p>
          <a:p>
            <a:r>
              <a:rPr lang="en-US" sz="2400" dirty="0"/>
              <a:t>Existing system has weak security control</a:t>
            </a:r>
          </a:p>
          <a:p>
            <a:pPr marL="0" indent="0" algn="just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909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Requirements: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PEGA Platform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Web Browser (Chrome / Edge)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Operating System (Windows / Linux)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Database System</a:t>
            </a:r>
            <a:endParaRPr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Processor: Intel i3 or higher</a:t>
            </a:r>
          </a:p>
          <a:p>
            <a:r>
              <a:rPr lang="en-US" sz="2400" dirty="0"/>
              <a:t>RAM: Minimum 4 GB</a:t>
            </a:r>
          </a:p>
          <a:p>
            <a:r>
              <a:rPr lang="en-US" sz="2400" dirty="0"/>
              <a:t>Storage: Minimum 100 GB</a:t>
            </a:r>
          </a:p>
          <a:p>
            <a:r>
              <a:rPr lang="en-US" sz="2400" dirty="0"/>
              <a:t>Network Connectivity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5C0113F-048D-6F89-14B1-2DF9E8B8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Images - Free Download on Freepik">
            <a:extLst>
              <a:ext uri="{FF2B5EF4-FFF2-40B4-BE49-F238E27FC236}">
                <a16:creationId xmlns:a16="http://schemas.microsoft.com/office/drawing/2014/main" id="{805F72DB-BB68-B4C8-D55F-B52338F31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103" y="1456532"/>
            <a:ext cx="5120111" cy="362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</TotalTime>
  <Words>380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Bapatla Engineering College Department of Information Technology</vt:lpstr>
      <vt:lpstr>Contents</vt:lpstr>
      <vt:lpstr>Problem Statement</vt:lpstr>
      <vt:lpstr>Significance of the Problem</vt:lpstr>
      <vt:lpstr>Literature Survey</vt:lpstr>
      <vt:lpstr>Proposed System</vt:lpstr>
      <vt:lpstr>Proposed System (Cont..)</vt:lpstr>
      <vt:lpstr>Proposed System (Cont..)</vt:lpstr>
      <vt:lpstr>Comparison of Proposed and Existing System</vt:lpstr>
      <vt:lpstr>Comparison of Proposed and Existing System</vt:lpstr>
      <vt:lpstr>Software and Hardware Requirements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Bapatla Engineering College Department of Information technology</dc:title>
  <dc:creator>Jyothsna kasa</dc:creator>
  <dc:description>generated using python-pptx</dc:description>
  <cp:lastModifiedBy>Nelapati Noble Sujani</cp:lastModifiedBy>
  <cp:revision>27</cp:revision>
  <dcterms:created xsi:type="dcterms:W3CDTF">2013-01-27T09:14:16Z</dcterms:created>
  <dcterms:modified xsi:type="dcterms:W3CDTF">2026-01-29T03:37:16Z</dcterms:modified>
</cp:coreProperties>
</file>